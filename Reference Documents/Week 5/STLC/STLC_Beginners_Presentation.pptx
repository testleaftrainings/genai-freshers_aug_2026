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learners. Goal: understand how testing is organised, then try it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clockwise from 01. Each phase needs the previous one to finish and produces a deliverable. Execution loops back for bug fixing and retesting.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no guessing. Clarify requirements before writing any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plan is the roadmap for the whole testing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learners: one test case = one clear check with an expected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environment is broken, test results cannot be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most of the hands-on work happens - Experiment 1 practises this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Closure is not just paperwork - lessons learned improve the next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Life Cycle (STLC)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guide with hands-on experiments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Freshers Batch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STLC?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process that tells us what to test, when to test and how to know we are done.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as...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 meal: read the recipe, plan, prep, cook, taste, then clean up.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10312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5603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Testers, developers, product owners and QA leads - everyone on the team.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goal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5603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bugs early, build quality in and ship software people can trust.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vs STLC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= how we BUILD software (plan, design, code, test, deploy).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= how we TEST software; it lives inside SDLC.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starts early - not only after coding is finished.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bug early costs far less than finding it in production.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at a Glance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4" name="Image 0" descr="/home/claude/st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358384" cy="3749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52744" y="1005840"/>
            <a:ext cx="28254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Requirement Analysis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needs to be tested.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 Planning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scope, tools, team and timeline.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 Case Development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 cases and test data.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Environment Setup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build, devices and tools ready.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 Execution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log and retest bugs.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 Closure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results and share lessons learned.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Requirement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requirement document or user stories.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what is testable and what is unclear.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to the BA / product owner early.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types of testing are needed.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each requirement to test cases later (traceability).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0" y="109728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2356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requirements list, RTM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214884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(login page)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 can log in with valid ID" is testable. "Login should be fast" is unclear - ask "how fast?"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37033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ends when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understood and doubts cleared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754880" cy="1508760"/>
          </a:xfrm>
          <a:prstGeom prst="roundRect">
            <a:avLst>
              <a:gd name="adj" fmla="val 606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54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74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understand it, you can't test it. Ask questions early!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Test Planning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scope: what to test and what NOT to test.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tools (Excel, Jira, Selenium, etc.).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effort and set a schedule.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 to team members.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risks and how to handle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0" y="109728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2356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plan, effort estimate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214884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(login page)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login + cart. Tools: Chrome + Google Sheets. Team: 2 testers, 3 days.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37033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ends when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is reviewed and approved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754880" cy="1508760"/>
          </a:xfrm>
          <a:prstGeom prst="roundRect">
            <a:avLst>
              <a:gd name="adj" fmla="val 606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54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74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without a plan is just clicking around. Plan first, test smarter.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Test Case Development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 cases from the requirements.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positive, negative and boundary cases.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test data (valid, invalid, empty).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cases reviewed by a peer or lead.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automation scripts if planned.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0" y="109728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2356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cases, test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214884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(login page)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login, wrong password, blank username, 50-character password.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37033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ends when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are reviewed and approved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754880" cy="1508760"/>
          </a:xfrm>
          <a:prstGeom prst="roundRect">
            <a:avLst>
              <a:gd name="adj" fmla="val 606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54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74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test case is like a good recipe: clear steps, exact inputs, expected result.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Test Environment Setup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hardware, software, browsers and devices.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build on a test server (not production).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test accounts and load test data.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quick smoke test to confirm readiness.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done in parallel with Phase 3.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0" y="109728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2356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environment, smoke test result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214884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(login page)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URL ready, tested on Chrome and Edge, test user created.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37033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ends when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passes and build is stable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754880" cy="1508760"/>
          </a:xfrm>
          <a:prstGeom prst="roundRect">
            <a:avLst>
              <a:gd name="adj" fmla="val 606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54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74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kitchen spoils the dish. A bad test environment spoils the results.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Test Execution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 cases and compare actual vs expected result.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as Pass, Fail or Blocked.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bugs with steps, screenshot and severity.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 fixes and run regression tests.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cycle: New &gt; Assigned &gt; Fixed &gt; Retest &gt; Closed.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0" y="109728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2356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report, bug reports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214884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(login page)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TC_LOGIN_03 fails, BUG_101 logged, developer fixes, retest passes.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37033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ends when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planned tests run and bugs tracked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754880" cy="1508760"/>
          </a:xfrm>
          <a:prstGeom prst="roundRect">
            <a:avLst>
              <a:gd name="adj" fmla="val 606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54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74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isn't about proving it works. It's about finding where it breaks.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Test Closure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tests are done and critical bugs fixed.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metrics: pass %, bugs found, bugs open.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test summary report.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lessons-learned discussion.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test cases and data for reuse.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0" y="109728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2356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summary report, lessons learned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214884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(login page)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of 50 tests passed (96%). 2 low-severity bugs deferred to next release.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37033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ends when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 shared and signed off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754880" cy="1508760"/>
          </a:xfrm>
          <a:prstGeom prst="roundRect">
            <a:avLst>
              <a:gd name="adj" fmla="val 606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54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74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done until you've reported and learned something for next time.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Good Test Case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TC_LOGIN_01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valid username and 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account already exists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login page  2. Enter valid username  3. Enter valid password  4. Click 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user: standard_user / pass: secret_sauce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lands on the Products 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/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(filled during execution) Pass / Fail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one test case = one clear check. Anyone should be able to run it without asking you.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Good Bug Report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details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BUG_101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Login button does nothing when password has a space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    Priority: High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Chrome 126, Windows 11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v1.2.0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and result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5544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1. Open login 2. Enter valid user 3. Enter password with a trailing space 4. Click Login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Error message shown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Nothing happens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Attach: screenshot or screen recording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&amp; Exit Criteria (Quick View)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(can we start?)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(are we done?)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document 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Testable list agreed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Planning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analysed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plan approved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plan ready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cases reviewed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+ cases ready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test passes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Execution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 ready, build delivered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cases run, bugs logged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Closure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complete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signed 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Types of Testing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does the build basically work?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small fix or change works.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each feature do what it should?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new change break old features?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fast and stable under load?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 by real users or client.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= you run steps by hand.  Automation = a script runs them for you.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What? Deliverables per Phase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requirements, raise questions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traceability matrix (RTM)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Planning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 effort, pick tools, assign roles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plan, effort estimate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and review cases and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cases, test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build, configure devices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environment, smoke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Execution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tests, log and retest bugs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report, bug reports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Closure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results, hold review meeting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summary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Tester (writes and runs), Test Lead (plans), Developer (fixes), Product Owner (clarifies).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Glossary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/ Defect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between expected and actual behaviour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badly the bug hurts the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soon the bug should be fixed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Suite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group of related test cases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Linking each requirement to its test cases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giving confident but wrong or made-up answers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instruction or question given to an AI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for GenAI Applications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can vary each time, so we test quality, not just exact output.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checks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hallucination, bias, safety, tone and prompt robustness.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varied prompts: normal, tricky, empty, very long, off-topic.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help write test cases - but humans must review them.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1: Mini STLC on a Login Page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demo site, e.g. saucedemo.com (practice login page).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analysis: list 5 things the login should 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10 test cases in a sheet: ID, steps, data, expected, actual, status.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negative cases: wrong password, blank fields, SQL-like text.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them and log at least 2 bugs/observations.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5-line test summary report.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18872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deliver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6459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sheet with test cases + a short summary.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45 minutes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browser + Excel/Google Sheets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2: Test a GenAI Chatbot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any chatbot (Claude, ChatGPT or Gemini).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10 prompts: 3 factual, 2 ambiguous, 2 off-topic, 2 harmful-request, 1 very long.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expected behaviour for each BEFORE running.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prompt twice - is the answer consistent?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accuracy, safety, tone (1-5) and note failures.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ask AI to generate test cases for the login page, then compare with yours.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18872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deliver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6459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table + 3 learnings.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45 minutes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any chatbot + Sheets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= 6 phases: Analyse, Plan, Design, Setup, Execute, Close.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early, test often, and write clear test cases.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has an input and a deliverable.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apps need extra testing for accuracy and safety.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4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the experiments and share your findings!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2026-10-01T04:47:29Z</dcterms:created>
  <dcterms:modified xsi:type="dcterms:W3CDTF">2026-10-01T04:47:29Z</dcterms:modified>
</cp:coreProperties>
</file>