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A0-437A-8440-230B9A0F88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A0-437A-8440-230B9A0F88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BA0-437A-8440-230B9A0F880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92929439"/>
        <c:axId val="1392930271"/>
      </c:lineChart>
      <c:catAx>
        <c:axId val="1392929439"/>
        <c:scaling>
          <c:orientation val="minMax"/>
        </c:scaling>
        <c:delete val="0"/>
        <c:axPos val="b"/>
        <c:title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2930271"/>
        <c:crosses val="autoZero"/>
        <c:auto val="1"/>
        <c:lblAlgn val="ctr"/>
        <c:lblOffset val="100"/>
        <c:noMultiLvlLbl val="0"/>
      </c:catAx>
      <c:valAx>
        <c:axId val="1392930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2929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03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07973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LIBRARIES AND APIS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931187"/>
            <a:ext cx="10883392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Working with Data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987800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A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and visualize data from APIs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Building on APIs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weather API and get the past 7 days, then analyze, visualize and save it. This brings together APIs, data processing, file handling and visualization.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975" y="2538082"/>
            <a:ext cx="25209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793140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1033" y="3128367"/>
            <a:ext cx="207115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of weather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5675" y="2538082"/>
            <a:ext cx="25209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0733" y="2793140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50733" y="3128367"/>
            <a:ext cx="207115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pandas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5375" y="2538082"/>
            <a:ext cx="25209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0433" y="2793140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30433" y="3128367"/>
            <a:ext cx="207115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matplotlib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55075" y="2538082"/>
            <a:ext cx="25209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0134" y="2793140"/>
            <a:ext cx="207115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7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10134" y="3128367"/>
            <a:ext cx="207115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CSV file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394282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</a:t>
            </a:r>
            <a:r>
              <a:rPr lang="en-US" sz="17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requests pandas matplotlib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chemeClr val="bg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Get 7 days of weather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74496" y="1198333"/>
            <a:ext cx="10160000" cy="4744733"/>
          </a:xfrm>
          <a:prstGeom prst="roundRect">
            <a:avLst>
              <a:gd name="adj" fmla="val 2556"/>
            </a:avLst>
          </a:prstGeom>
          <a:noFill/>
          <a:ln/>
        </p:spPr>
        <p:txBody>
          <a:bodyPr wrap="square" lIns="224242" tIns="224242" rIns="0" bIns="19884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 requests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datetime import datetime, timedelta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Calculate dates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today = datetime.now()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week_ago = today - timedelta(days=7)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Format dates for API (YYYY-MM-DD)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start_date = week_ago.strftime("%Y-%m-%d")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end_date = today.strftime("%Y-%m-%d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")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Get Paris weather for past week</a:t>
            </a:r>
          </a:p>
          <a:p>
            <a:pPr marL="0" indent="0" algn="l">
              <a:buNone/>
            </a:pP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url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f"https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://api.open-meteo.com/v1/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forecast?latitude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=48.85 &amp;longitude=2.35&amp;start_date={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start_date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&amp;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end_date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={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end_date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  &amp;daily=temperature_2m_max,temperature_2m_min"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response = 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requests.get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url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= </a:t>
            </a:r>
            <a:r>
              <a:rPr lang="en-US" sz="2000" dirty="0" err="1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response.json</a:t>
            </a: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chemeClr val="bg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print(data)</a:t>
            </a: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Load into pandas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7"/>
            <a:ext cx="6421107" cy="4297019"/>
          </a:xfrm>
          <a:prstGeom prst="roundRect">
            <a:avLst>
              <a:gd name="adj" fmla="val 3096"/>
            </a:avLst>
          </a:prstGeom>
          <a:solidFill>
            <a:srgbClr val="0A171C"/>
          </a:solidFill>
          <a:ln/>
        </p:spPr>
        <p:txBody>
          <a:bodyPr wrap="square" lIns="224242" tIns="224242" rIns="46849" bIns="198842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pandas as pd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Extract the daily data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daily_data = data['daily']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Create a DataFrame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 = pd.DataFrame({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'date': daily_data['time'],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'max_temp': daily_data['temperature_2m_max'],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'min_temp': daily_data['temperature_2m_min']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Convert date strings to datetime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df['date'] = pd.to_datetime(df['date'])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print(df)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37107" y="1569707"/>
            <a:ext cx="406035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97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37107" y="2001507"/>
            <a:ext cx="3942093" cy="1663568"/>
          </a:xfrm>
          <a:prstGeom prst="roundRect">
            <a:avLst>
              <a:gd name="adj" fmla="val 6107"/>
            </a:avLst>
          </a:prstGeom>
          <a:solidFill>
            <a:srgbClr val="0A171C"/>
          </a:solidFill>
          <a:ln/>
        </p:spPr>
        <p:txBody>
          <a:bodyPr wrap="square" lIns="224242" tIns="224242" rIns="121220" bIns="19884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date  max_temp  min_temp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 2024-01-08    12.3     5.1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 2024-01-09    11.8     4.2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 2024-01-10    13.5     6.0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Visualize the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8063" y="1076953"/>
            <a:ext cx="10758811" cy="4776504"/>
          </a:xfrm>
          <a:prstGeom prst="roundRect">
            <a:avLst>
              <a:gd name="adj" fmla="val 2591"/>
            </a:avLst>
          </a:prstGeom>
          <a:noFill/>
          <a:ln/>
        </p:spPr>
        <p:txBody>
          <a:bodyPr wrap="square" lIns="224242" tIns="224242" rIns="0" bIns="198842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matplotlib.pyplot as plt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Create the plot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plt.figure(figsize=(10, 6))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plt.plot(df['date'], df['max_temp'], marker='o', label='Max Temp')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plt.plot(df['date'], df[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</a:t>
            </a:r>
            <a:r>
              <a:rPr lang="en-US" sz="2000" dirty="0" err="1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min_temp</a:t>
            </a:r>
            <a:r>
              <a:rPr lang="en-US" sz="2000" dirty="0" smtClean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'], </a:t>
            </a: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marker='o', label='Min Temp')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Add labels and title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plt.xlabel('Date')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plt.ylabel('Temperature (°C)')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plt.title('Paris Weather - Past 7 Days')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plt.legend()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Rotate x-axis labels for readability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plt.xticks(rotation=45)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plt.tight_layout()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Save the plot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plt.savefig('weather_chart.png')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plt.show()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74789707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084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Save to CSV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8"/>
            <a:ext cx="10566400" cy="4175637"/>
          </a:xfrm>
          <a:prstGeom prst="roundRect">
            <a:avLst>
              <a:gd name="adj" fmla="val 4066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os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Create data folder if it doesn't exist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not os.path.exists('data'):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os.makedirs('data')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Save to CSV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df.to_csv('data/paris_weather.csv', index=False)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print("Data saved to data/paris_weather.csv")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Complete example: get the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566400" cy="3707805"/>
          </a:xfrm>
          <a:prstGeom prst="roundRect">
            <a:avLst>
              <a:gd name="adj" fmla="val 2740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 fontScale="250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requests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pandas as pd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matplotlib.pyplot as plt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 datetime import datetime, timedelta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os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1. Get weather data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today = datetime.now()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week_ago = today - timedelta(days=7)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start_date = week_ago.strftime("%Y-%m-%d")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end_date = today.strftime("%Y-%m-%d")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url = f"https://api.open-meteo.com/v1/forecast?latitude=48.85&amp;longitude=2.35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&amp;start_date={start_date}&amp;end_date={end_date}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&amp;daily=temperature_2m_max,temperature_2m_min"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response = requests.get(url)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 = response.json()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Complete example: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566400" cy="2908300"/>
          </a:xfrm>
          <a:prstGeom prst="roundRect">
            <a:avLst>
              <a:gd name="adj" fmla="val 3493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2. Process with pandas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 = pd.DataFrame({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'date': pd.to_datetime(data['daily']['time']),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'max_temp': data['daily']['temperature_2m_max'],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'min_temp': data['daily']['temperature_2m_min']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3. Calculate average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df['avg_temp'] = (df['max_temp'] + df['min_temp']) /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Complete example: visualize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566400" cy="3281164"/>
          </a:xfrm>
          <a:prstGeom prst="roundRect">
            <a:avLst>
              <a:gd name="adj" fmla="val 3096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 fontScale="250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4. Create visualization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plt.figure(figsize=(10, 6))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plt.plot(df['date'], df['max_temp'], 'r-o', label='Max')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plt.plot(df['date'], df['min_temp'], 'b-o', label='Min')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plt.plot(df['date'], df['avg_temp'], 'g--', label='Average')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plt.xlabel('Date')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plt.ylabel('Temperature (°C)')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plt.title('Paris Weather - Past Week')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plt.legend()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plt.grid(True, alpha=0.3)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plt.xticks(rotation=45)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plt.tight_layout()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Complete example: save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709"/>
            <a:ext cx="10566400" cy="2748161"/>
          </a:xfrm>
          <a:prstGeom prst="roundRect">
            <a:avLst>
              <a:gd name="adj" fmla="val 3697"/>
            </a:avLst>
          </a:prstGeom>
          <a:solidFill>
            <a:srgbClr val="0A171C"/>
          </a:solidFill>
          <a:ln/>
        </p:spPr>
        <p:txBody>
          <a:bodyPr wrap="square" lIns="224242" tIns="224242" rIns="0" bIns="198842" rtlCol="0" anchor="t">
            <a:normAutofit fontScale="25000" lnSpcReduction="200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D3C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5. Save everything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not os.path.exists('data'):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os.makedirs('data')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plt.savefig('data/weather_chart.png')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df.to_csv('data/paris_weather.csv', index=False)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print(f"Average temperature: {df['avg_temp'].mean():.1f}°C")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print("Files saved in 'data' folder")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B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024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you've accomplished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172" y="1569709"/>
            <a:ext cx="5300218" cy="234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a real API</a:t>
            </a:r>
            <a:endParaRPr lang="en-US" sz="1900" dirty="0"/>
          </a:p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 dates and time</a:t>
            </a:r>
            <a:endParaRPr lang="en-US" sz="1900" dirty="0"/>
          </a:p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data with pandas</a:t>
            </a:r>
            <a:endParaRPr lang="en-US" sz="1900" dirty="0"/>
          </a:p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visualization</a:t>
            </a:r>
            <a:endParaRPr lang="en-US" sz="1900" dirty="0"/>
          </a:p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files and folders</a:t>
            </a:r>
            <a:endParaRPr lang="en-US" sz="1900" dirty="0"/>
          </a:p>
          <a:p>
            <a:pPr marL="198628" indent="-198628" algn="l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your results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26200" y="1569709"/>
            <a:ext cx="5101590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how data analysis works in the real world.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26200" y="2362138"/>
            <a:ext cx="510159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for your city: find your coordinates at latlong.net.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26200" y="3118979"/>
            <a:ext cx="510159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Practical Python, where you build real programs with proper structure.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571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python.datalumina.com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ing with Data">
  <a:themeElements>
    <a:clrScheme name="Working with Data">
      <a:dk1>
        <a:srgbClr val="10242B"/>
      </a:dk1>
      <a:lt1>
        <a:srgbClr val="F4F1EA"/>
      </a:lt1>
      <a:dk2>
        <a:srgbClr val="27393E"/>
      </a:dk2>
      <a:lt2>
        <a:srgbClr val="BBBEBA"/>
      </a:lt2>
      <a:accent1>
        <a:srgbClr val="1F7A74"/>
      </a:accent1>
      <a:accent2>
        <a:srgbClr val="F2B134"/>
      </a:accent2>
      <a:accent3>
        <a:srgbClr val="B9780A"/>
      </a:accent3>
      <a:accent4>
        <a:srgbClr val="8A9499"/>
      </a:accent4>
      <a:accent5>
        <a:srgbClr val="A9BCC2"/>
      </a:accent5>
      <a:accent6>
        <a:srgbClr val="9AA0A6"/>
      </a:accent6>
      <a:hlink>
        <a:srgbClr val="0563C1"/>
      </a:hlink>
      <a:folHlink>
        <a:srgbClr val="954F72"/>
      </a:folHlink>
    </a:clrScheme>
    <a:fontScheme name="Working with Dat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858</Words>
  <Application>Microsoft Office PowerPoint</Application>
  <PresentationFormat>Widescreen</PresentationFormat>
  <Paragraphs>157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Courier New</vt:lpstr>
      <vt:lpstr>Georgia</vt:lpstr>
      <vt:lpstr>Times New Roman</vt:lpstr>
      <vt:lpstr>Working with Data</vt:lpstr>
      <vt:lpstr>Working with Data</vt:lpstr>
      <vt:lpstr>Building on APIs</vt:lpstr>
      <vt:lpstr>Get 7 days of weather</vt:lpstr>
      <vt:lpstr>Load into pandas</vt:lpstr>
      <vt:lpstr>Visualize the data</vt:lpstr>
      <vt:lpstr>PowerPoint Presentation</vt:lpstr>
      <vt:lpstr>Save to CSV</vt:lpstr>
      <vt:lpstr>Complete example: get the data</vt:lpstr>
      <vt:lpstr>Complete example: process</vt:lpstr>
      <vt:lpstr>Complete example: visualize</vt:lpstr>
      <vt:lpstr>Complete example: save</vt:lpstr>
      <vt:lpstr>What you've accomplished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Data</dc:title>
  <dc:subject/>
  <dc:creator/>
  <cp:lastModifiedBy>DELL</cp:lastModifiedBy>
  <cp:revision>6</cp:revision>
  <dcterms:created xsi:type="dcterms:W3CDTF">2026-10-28T06:25:20Z</dcterms:created>
  <dcterms:modified xsi:type="dcterms:W3CDTF">2026-10-28T10:10:44Z</dcterms:modified>
</cp:coreProperties>
</file>