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98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 errors stop Python from understanding the code. Runtime errors happen while it runs, such as ZeroDivisionError, NameError and TypeError.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6128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ADVANCED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48914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Error Handling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4005527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9C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Try, except, and the errors you will meet most often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errors need handling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2"/>
            <a:ext cx="5175250" cy="1896798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929540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you make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98541" y="2361340"/>
            <a:ext cx="4616111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Typos and syntax mistakes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errors like dividing by zero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variable before defining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82"/>
            <a:ext cx="5175250" cy="1896798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6634" y="1929540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7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beyond your control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342" y="2361340"/>
            <a:ext cx="4616111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"abc" instead of a number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is deleted mid-run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drops during an API call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828455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perfect code needs error handling, because the world is unpredictable.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try and except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7"/>
            <a:ext cx="6248400" cy="1752600"/>
          </a:xfrm>
          <a:prstGeom prst="roundRect">
            <a:avLst>
              <a:gd name="adj" fmla="val 5797"/>
            </a:avLst>
          </a:prstGeom>
          <a:solidFill>
            <a:srgbClr val="0C141B"/>
          </a:solidFill>
          <a:ln/>
        </p:spPr>
        <p:txBody>
          <a:bodyPr wrap="square" lIns="275042" tIns="275042" rIns="105878" bIns="249642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74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try: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age = int(input("Age: "))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874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except ValueError: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print("Please enter a number")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35596" y="2011032"/>
            <a:ext cx="4056380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try block holds code that might fail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except block runs if it does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specific error types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67790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C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except blocks can handle FileNotFoundError, ValueError and ZeroDivisionError differently.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else and finally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82"/>
            <a:ext cx="5175250" cy="4008375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1833" y="1929541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7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else: no error happened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1833" y="2386741"/>
            <a:ext cx="4700439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try: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 = open('data.txt')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except FileNotFoundError: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print("Not found")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print("Opened!")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82"/>
            <a:ext cx="5175250" cy="4008375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6634" y="1929541"/>
            <a:ext cx="47004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7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finally: always runs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06634" y="2386740"/>
            <a:ext cx="4700439" cy="3002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try: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data = file.read()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except FileNotFoundError: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print("Not found")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finally: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print("Cleanup complete</a:t>
            </a:r>
            <a:r>
              <a:rPr lang="en-US" sz="1400" dirty="0" smtClean="0">
                <a:solidFill>
                  <a:srgbClr val="14202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")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Courier New" pitchFamily="49" charset="0"/>
                <a:cs typeface="Courier New" pitchFamily="49" charset="-120"/>
              </a:rPr>
              <a:t> </a:t>
            </a:r>
            <a:r>
              <a:rPr lang="en-US" sz="1400" dirty="0" smtClean="0">
                <a:solidFill>
                  <a:srgbClr val="14202B"/>
                </a:solidFill>
                <a:latin typeface="Courier New" pitchFamily="49" charset="0"/>
                <a:cs typeface="Courier New" pitchFamily="49" charset="-120"/>
              </a:rPr>
              <a:t>   </a:t>
            </a:r>
            <a:r>
              <a:rPr lang="en-US" sz="1400" dirty="0" err="1" smtClean="0">
                <a:solidFill>
                  <a:srgbClr val="14202B"/>
                </a:solidFill>
                <a:latin typeface="Courier New" pitchFamily="49" charset="0"/>
                <a:cs typeface="Courier New" pitchFamily="49" charset="-120"/>
              </a:rPr>
              <a:t>file.close</a:t>
            </a:r>
            <a:r>
              <a:rPr lang="en-US" sz="1400" dirty="0" smtClean="0">
                <a:solidFill>
                  <a:srgbClr val="14202B"/>
                </a:solidFill>
                <a:latin typeface="Courier New" pitchFamily="49" charset="0"/>
                <a:cs typeface="Courier New" pitchFamily="49" charset="-120"/>
              </a:rPr>
              <a:t>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7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Three mistakes to avoid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209"/>
          <a:ext cx="10553700" cy="1757364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Mistake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6C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6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Bare except: or except: 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 a specific error type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5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except block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least log or print a warning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Hiding critical errors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it, then raise again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5F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695371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bare except hides problems and makes debugging harder.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Common errors and fixes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209"/>
          <a:ext cx="10553700" cy="2701727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FileNotFoundError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does not exist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os.path.exists() or try/except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value, e.g. int("hello")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input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dictionary key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dict.get(key, default)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position too 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len() first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"hello" + 5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with str()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AttributeError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text.append("!")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the right method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 a traceback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09"/>
            <a:ext cx="6248400" cy="1676400"/>
          </a:xfrm>
          <a:prstGeom prst="roundRect">
            <a:avLst>
              <a:gd name="adj" fmla="val 6061"/>
            </a:avLst>
          </a:prstGeom>
          <a:solidFill>
            <a:srgbClr val="0C141B"/>
          </a:solidFill>
          <a:ln/>
        </p:spPr>
        <p:txBody>
          <a:bodyPr wrap="square" lIns="275042" tIns="275042" rIns="105878" bIns="2496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Traceback (most recent call last):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File "script.py", line 5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result = 10 / 0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74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ZeroDivisionError: division by zero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79891" y="1811009"/>
            <a:ext cx="4112085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type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message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and line</a:t>
            </a:r>
            <a:endParaRPr lang="en-US" sz="1700" dirty="0"/>
          </a:p>
          <a:p>
            <a:pPr marL="240109" indent="-240109" algn="l">
              <a:lnSpc>
                <a:spcPts val="2550"/>
              </a:lnSpc>
              <a:buSzPct val="100000"/>
              <a:buFontTx/>
              <a:buAutoNum type="arabicPeriod"/>
            </a:pPr>
            <a:r>
              <a:rPr lang="en-US" sz="17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that failed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601709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B9C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the bottom up. Error messages are your friends.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Error Handling">
  <a:themeElements>
    <a:clrScheme name="Python Error Handling">
      <a:dk1>
        <a:srgbClr val="14202B"/>
      </a:dk1>
      <a:lt1>
        <a:srgbClr val="F6F3EC"/>
      </a:lt1>
      <a:dk2>
        <a:srgbClr val="2B353E"/>
      </a:dk2>
      <a:lt2>
        <a:srgbClr val="BEBEBC"/>
      </a:lt2>
      <a:accent1>
        <a:srgbClr val="E8743B"/>
      </a:accent1>
      <a:accent2>
        <a:srgbClr val="2F7F8F"/>
      </a:accent2>
      <a:accent3>
        <a:srgbClr val="8A8F94"/>
      </a:accent3>
      <a:accent4>
        <a:srgbClr val="B9C2C9"/>
      </a:accent4>
      <a:accent5>
        <a:srgbClr val="9AA0A6"/>
      </a:accent5>
      <a:accent6>
        <a:srgbClr val="9C9F9F"/>
      </a:accent6>
      <a:hlink>
        <a:srgbClr val="0563C1"/>
      </a:hlink>
      <a:folHlink>
        <a:srgbClr val="954F72"/>
      </a:folHlink>
    </a:clrScheme>
    <a:fontScheme name="Python Error Handling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433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Python Error Handling</vt:lpstr>
      <vt:lpstr>Error Handling</vt:lpstr>
      <vt:lpstr>Why errors need handling</vt:lpstr>
      <vt:lpstr>try and except</vt:lpstr>
      <vt:lpstr>else and finally</vt:lpstr>
      <vt:lpstr>Three mistakes to avoid</vt:lpstr>
      <vt:lpstr>Common errors and fixes</vt:lpstr>
      <vt:lpstr>Reading a traceback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Error Handling</dc:title>
  <dc:subject/>
  <dc:creator/>
  <cp:lastModifiedBy>DELL</cp:lastModifiedBy>
  <cp:revision>3</cp:revision>
  <dcterms:created xsi:type="dcterms:W3CDTF">2026-10-27T04:44:39Z</dcterms:created>
  <dcterms:modified xsi:type="dcterms:W3CDTF">2026-10-27T06:36:27Z</dcterms:modified>
</cp:coreProperties>
</file>