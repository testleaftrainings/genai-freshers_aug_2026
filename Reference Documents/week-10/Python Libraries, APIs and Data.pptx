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04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01305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LIBRARIES AND APIS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988932"/>
            <a:ext cx="10883392" cy="79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90"/>
              </a:lnSpc>
              <a:buNone/>
            </a:pPr>
            <a:r>
              <a:rPr lang="en-US" sz="58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Packages, APIs and Data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812800" y="3965509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A9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importing code to charting live weather data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Extending Python with packages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82"/>
            <a:ext cx="5175250" cy="1612371"/>
          </a:xfrm>
          <a:prstGeom prst="roundRect">
            <a:avLst>
              <a:gd name="adj" fmla="val 6104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1833" y="1929540"/>
            <a:ext cx="47004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1833" y="2361340"/>
            <a:ext cx="4700439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with your Python installation, like random, os, json and datetime.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82"/>
            <a:ext cx="5175250" cy="1612371"/>
          </a:xfrm>
          <a:prstGeom prst="roundRect">
            <a:avLst>
              <a:gd name="adj" fmla="val 6104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6634" y="1929540"/>
            <a:ext cx="47004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97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06634" y="2361340"/>
            <a:ext cx="4700439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Downloaded into your virtual environment, like requests, pandas and openai.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556728"/>
          <a:ext cx="10553700" cy="1651000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0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0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Think of it 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0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0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toolbox (one Python file)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0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0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garage of toolboxes (a folder)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0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0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specific tool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Import patterns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07"/>
            <a:ext cx="5308600" cy="2641600"/>
          </a:xfrm>
          <a:prstGeom prst="roundRect">
            <a:avLst>
              <a:gd name="adj" fmla="val 3846"/>
            </a:avLst>
          </a:prstGeom>
          <a:solidFill>
            <a:srgbClr val="0A171C"/>
          </a:solidFill>
          <a:ln/>
        </p:spPr>
        <p:txBody>
          <a:bodyPr wrap="square" lIns="224242" tIns="224242" rIns="80224" bIns="1988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B13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</a:t>
            </a: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math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math.sqrt(16)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B13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from</a:t>
            </a: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math </a:t>
            </a:r>
            <a:r>
              <a:rPr lang="en-US" sz="1400" dirty="0">
                <a:solidFill>
                  <a:srgbClr val="F2B13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</a:t>
            </a: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sqrt, pi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sqrt(16)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endParaRPr lang="en-US" sz="1400" dirty="0" smtClean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 smtClean="0"/>
              <a:t>Import random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 smtClean="0"/>
              <a:t>print(</a:t>
            </a:r>
            <a:r>
              <a:rPr lang="en-US" sz="1400" dirty="0" err="1" smtClean="0"/>
              <a:t>random.randint</a:t>
            </a:r>
            <a:r>
              <a:rPr lang="en-US" sz="1400" dirty="0" smtClean="0"/>
              <a:t>(1,10)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94196" y="1620507"/>
            <a:ext cx="5129022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whole module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only what you need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 alias for long names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4566907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from module import *. It causes naming conflicts.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Installing and sharing packages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82"/>
            <a:ext cx="5175250" cy="2899766"/>
          </a:xfrm>
          <a:prstGeom prst="roundRect">
            <a:avLst>
              <a:gd name="adj" fmla="val 5428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1833" y="1929541"/>
            <a:ext cx="4700439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21833" y="2330847"/>
            <a:ext cx="470043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024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pip install requests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024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pip install requests==2.28.0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024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pip install pandas numpy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82"/>
            <a:ext cx="5175250" cy="2899766"/>
          </a:xfrm>
          <a:prstGeom prst="roundRect">
            <a:avLst>
              <a:gd name="adj" fmla="val 5428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6634" y="1929541"/>
            <a:ext cx="4700439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97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project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06634" y="2330847"/>
            <a:ext cx="470043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024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pip freeze &gt; requirements.txt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024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pip install -r requirements.txt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9079" y="4987827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i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your virtual environment first. A wrong environment is the top cause of ModuleNotFoundError.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Your first API call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09"/>
            <a:ext cx="6207787" cy="2374900"/>
          </a:xfrm>
          <a:prstGeom prst="roundRect">
            <a:avLst>
              <a:gd name="adj" fmla="val 4278"/>
            </a:avLst>
          </a:prstGeom>
          <a:solidFill>
            <a:srgbClr val="0A171C"/>
          </a:solidFill>
          <a:ln/>
        </p:spPr>
        <p:txBody>
          <a:bodyPr wrap="square" lIns="224242" tIns="224242" rIns="53249" bIns="1988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B13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</a:t>
            </a: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requests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url = f"https://api.open-meteo.com/v1/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forecast?latitude={lat}&amp;longitude={lon}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&amp;current=temperature_2m"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data = requests.get(url).json()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data['current']['temperature_2m']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39278" y="2160259"/>
            <a:ext cx="4153918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0109" indent="-240109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request</a:t>
            </a:r>
            <a:endParaRPr lang="en-US" sz="1700" dirty="0"/>
          </a:p>
          <a:p>
            <a:pPr marL="240109" indent="-240109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processes it</a:t>
            </a:r>
            <a:endParaRPr lang="en-US" sz="1700" dirty="0"/>
          </a:p>
          <a:p>
            <a:pPr marL="240109" indent="-240109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JSON back</a:t>
            </a:r>
            <a:endParaRPr lang="en-US" sz="1700" dirty="0"/>
          </a:p>
          <a:p>
            <a:pPr marL="240109" indent="-240109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what you need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4300209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A9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API is like a waiter: you ask, it brings the data.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From API data to saved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84"/>
            <a:ext cx="2520950" cy="1787723"/>
          </a:xfrm>
          <a:prstGeom prst="roundRect">
            <a:avLst>
              <a:gd name="adj" fmla="val 5506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1833" y="1929541"/>
            <a:ext cx="1966510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21833" y="2305447"/>
            <a:ext cx="196651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fetches 7 days of Paris weather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95675" y="1623684"/>
            <a:ext cx="2520950" cy="1787723"/>
          </a:xfrm>
          <a:prstGeom prst="roundRect">
            <a:avLst>
              <a:gd name="adj" fmla="val 5506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01533" y="1929541"/>
            <a:ext cx="1966510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Process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01533" y="2305447"/>
            <a:ext cx="196651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builds a DataFrame and an avg_temp column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5375" y="1623684"/>
            <a:ext cx="2520950" cy="1787723"/>
          </a:xfrm>
          <a:prstGeom prst="roundRect">
            <a:avLst>
              <a:gd name="adj" fmla="val 5506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1233" y="1929541"/>
            <a:ext cx="1966510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81233" y="2305447"/>
            <a:ext cx="196651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draws max, min and average lines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55075" y="1623684"/>
            <a:ext cx="2520950" cy="1787723"/>
          </a:xfrm>
          <a:prstGeom prst="roundRect">
            <a:avLst>
              <a:gd name="adj" fmla="val 5506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60934" y="1929541"/>
            <a:ext cx="1966510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60934" y="2305447"/>
            <a:ext cx="196651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to_csv and savefig write into a data folder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3719382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i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with your own city: find coordinates at latlong.net.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B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you can now 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54710" y="1620509"/>
            <a:ext cx="10833862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2090" indent="-212090" algn="l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and install packages</a:t>
            </a:r>
            <a:endParaRPr lang="en-US" sz="2000" dirty="0"/>
          </a:p>
          <a:p>
            <a:pPr marL="212090" indent="-212090" algn="l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a real API</a:t>
            </a:r>
            <a:endParaRPr lang="en-US" sz="2000" dirty="0"/>
          </a:p>
          <a:p>
            <a:pPr marL="212090" indent="-212090" algn="l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data with pandas</a:t>
            </a:r>
            <a:endParaRPr lang="en-US" sz="2000" dirty="0"/>
          </a:p>
          <a:p>
            <a:pPr marL="212090" indent="-212090" algn="l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and save your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3550909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how data analysis works in the real world.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Libraries, APIs and Data">
  <a:themeElements>
    <a:clrScheme name="Python Libraries, APIs and Data">
      <a:dk1>
        <a:srgbClr val="10242B"/>
      </a:dk1>
      <a:lt1>
        <a:srgbClr val="F4F1EA"/>
      </a:lt1>
      <a:dk2>
        <a:srgbClr val="27393E"/>
      </a:dk2>
      <a:lt2>
        <a:srgbClr val="BBBEBA"/>
      </a:lt2>
      <a:accent1>
        <a:srgbClr val="1F7A74"/>
      </a:accent1>
      <a:accent2>
        <a:srgbClr val="F2B134"/>
      </a:accent2>
      <a:accent3>
        <a:srgbClr val="B9780A"/>
      </a:accent3>
      <a:accent4>
        <a:srgbClr val="8A9499"/>
      </a:accent4>
      <a:accent5>
        <a:srgbClr val="A9BCC2"/>
      </a:accent5>
      <a:accent6>
        <a:srgbClr val="9AA0A6"/>
      </a:accent6>
      <a:hlink>
        <a:srgbClr val="0563C1"/>
      </a:hlink>
      <a:folHlink>
        <a:srgbClr val="954F72"/>
      </a:folHlink>
    </a:clrScheme>
    <a:fontScheme name="Python Libraries, APIs and Dat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354</Words>
  <Application>Microsoft Office PowerPoint</Application>
  <PresentationFormat>Widescreen</PresentationFormat>
  <Paragraphs>80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Georgia</vt:lpstr>
      <vt:lpstr>Python Libraries, APIs and Data</vt:lpstr>
      <vt:lpstr>Packages, APIs and Data</vt:lpstr>
      <vt:lpstr>Extending Python with packages</vt:lpstr>
      <vt:lpstr>Import patterns</vt:lpstr>
      <vt:lpstr>Installing and sharing packages</vt:lpstr>
      <vt:lpstr>Your first API call</vt:lpstr>
      <vt:lpstr>From API data to saved results</vt:lpstr>
      <vt:lpstr>What you can now 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Libraries, APIs and Data</dc:title>
  <dc:subject/>
  <dc:creator/>
  <cp:lastModifiedBy>DELL</cp:lastModifiedBy>
  <cp:revision>3</cp:revision>
  <dcterms:created xsi:type="dcterms:W3CDTF">2026-10-27T07:19:39Z</dcterms:created>
  <dcterms:modified xsi:type="dcterms:W3CDTF">2026-10-27T07:43:22Z</dcterms:modified>
</cp:coreProperties>
</file>